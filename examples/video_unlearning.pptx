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31133" cy="122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431133" cy="12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roup:forget_retain"/>
          <p:cNvSpPr/>
          <p:nvPr/>
        </p:nvSpPr>
        <p:spPr>
          <a:xfrm>
            <a:off x="4067986" y="36000"/>
            <a:ext cx="961150" cy="1152000"/>
          </a:xfrm>
          <a:prstGeom prst="rect">
            <a:avLst/>
          </a:prstGeom>
          <a:noFill/>
          <a:ln w="1260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 txBox="1"/>
          <p:nvPr/>
        </p:nvSpPr>
        <p:spPr>
          <a:xfrm>
            <a:off x="4121986" y="18000"/>
            <a:ext cx="885991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Unlearning Heads</a:t>
            </a:r>
          </a:p>
        </p:txBody>
      </p:sp>
      <p:cxnSp>
        <p:nvCxnSpPr>
          <p:cNvPr id="5" name="edge:e_ve_conn#seg0"/>
          <p:cNvCxnSpPr/>
          <p:nvPr/>
        </p:nvCxnSpPr>
        <p:spPr>
          <a:xfrm>
            <a:off x="1007986" y="612000"/>
            <a:ext cx="576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ge:e_conn_llm#seg0"/>
          <p:cNvCxnSpPr/>
          <p:nvPr/>
        </p:nvCxnSpPr>
        <p:spPr>
          <a:xfrm>
            <a:off x="2519986" y="612000"/>
            <a:ext cx="360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dge:e_llm_forget#seg0"/>
          <p:cNvCxnSpPr/>
          <p:nvPr/>
        </p:nvCxnSpPr>
        <p:spPr>
          <a:xfrm>
            <a:off x="4103986" y="612000"/>
            <a:ext cx="36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dge:e_llm_forget#seg1"/>
          <p:cNvCxnSpPr/>
          <p:nvPr/>
        </p:nvCxnSpPr>
        <p:spPr>
          <a:xfrm flipV="1">
            <a:off x="4139986" y="324000"/>
            <a:ext cx="0" cy="28800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dge:e_llm_forget#seg2"/>
          <p:cNvCxnSpPr/>
          <p:nvPr/>
        </p:nvCxnSpPr>
        <p:spPr>
          <a:xfrm>
            <a:off x="4139986" y="324000"/>
            <a:ext cx="36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dge:e_llm_retain#seg0"/>
          <p:cNvCxnSpPr/>
          <p:nvPr/>
        </p:nvCxnSpPr>
        <p:spPr>
          <a:xfrm>
            <a:off x="4103986" y="612000"/>
            <a:ext cx="36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dge:e_llm_retain#seg1"/>
          <p:cNvCxnSpPr/>
          <p:nvPr/>
        </p:nvCxnSpPr>
        <p:spPr>
          <a:xfrm>
            <a:off x="4139986" y="612000"/>
            <a:ext cx="0" cy="28800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dge:e_llm_retain#seg2"/>
          <p:cNvCxnSpPr/>
          <p:nvPr/>
        </p:nvCxnSpPr>
        <p:spPr>
          <a:xfrm>
            <a:off x="4139986" y="900000"/>
            <a:ext cx="36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dge:e_retain_out#seg0"/>
          <p:cNvCxnSpPr/>
          <p:nvPr/>
        </p:nvCxnSpPr>
        <p:spPr>
          <a:xfrm>
            <a:off x="4921136" y="900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dge:e_retain_out#seg1"/>
          <p:cNvCxnSpPr/>
          <p:nvPr/>
        </p:nvCxnSpPr>
        <p:spPr>
          <a:xfrm flipV="1">
            <a:off x="5209136" y="612000"/>
            <a:ext cx="0" cy="28800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dge:e_retain_out#seg2"/>
          <p:cNvCxnSpPr/>
          <p:nvPr/>
        </p:nvCxnSpPr>
        <p:spPr>
          <a:xfrm>
            <a:off x="5209136" y="612000"/>
            <a:ext cx="288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dge:e_forget_out#seg0"/>
          <p:cNvCxnSpPr/>
          <p:nvPr/>
        </p:nvCxnSpPr>
        <p:spPr>
          <a:xfrm>
            <a:off x="4548561" y="144000"/>
            <a:ext cx="0" cy="32400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dge:e_forget_out#seg1"/>
          <p:cNvCxnSpPr/>
          <p:nvPr/>
        </p:nvCxnSpPr>
        <p:spPr>
          <a:xfrm>
            <a:off x="4548561" y="468000"/>
            <a:ext cx="1343574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dge:e_forget_out#seg2"/>
          <p:cNvCxnSpPr/>
          <p:nvPr/>
        </p:nvCxnSpPr>
        <p:spPr>
          <a:xfrm>
            <a:off x="5892135" y="468000"/>
            <a:ext cx="0" cy="32400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ode:visual_encoder"/>
          <p:cNvSpPr/>
          <p:nvPr/>
        </p:nvSpPr>
        <p:spPr>
          <a:xfrm>
            <a:off x="144000" y="432000"/>
            <a:ext cx="863986" cy="360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234000" y="555148"/>
            <a:ext cx="755986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Visual Encoder</a:t>
            </a:r>
          </a:p>
        </p:txBody>
      </p:sp>
      <p:sp>
        <p:nvSpPr>
          <p:cNvPr id="21" name="node:connector"/>
          <p:cNvSpPr/>
          <p:nvPr/>
        </p:nvSpPr>
        <p:spPr>
          <a:xfrm>
            <a:off x="1583986" y="432000"/>
            <a:ext cx="936000" cy="360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1763756" y="494188"/>
            <a:ext cx="648461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Cross-Modal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817433" y="616108"/>
            <a:ext cx="541106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Connector</a:t>
            </a:r>
          </a:p>
        </p:txBody>
      </p:sp>
      <p:sp>
        <p:nvSpPr>
          <p:cNvPr id="24" name="node:llm"/>
          <p:cNvSpPr/>
          <p:nvPr/>
        </p:nvSpPr>
        <p:spPr>
          <a:xfrm>
            <a:off x="2879986" y="432000"/>
            <a:ext cx="1224000" cy="360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6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3393065" y="555148"/>
            <a:ext cx="269842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sp>
        <p:nvSpPr>
          <p:cNvPr id="26" name="node:forget_head"/>
          <p:cNvSpPr/>
          <p:nvPr/>
        </p:nvSpPr>
        <p:spPr>
          <a:xfrm>
            <a:off x="4175986" y="144000"/>
            <a:ext cx="745150" cy="360000"/>
          </a:xfrm>
          <a:prstGeom prst="rect">
            <a:avLst/>
          </a:prstGeom>
          <a:solidFill>
            <a:srgbClr val="FCE4CF"/>
          </a:solidFill>
          <a:ln w="12600">
            <a:solidFill>
              <a:srgbClr val="C17C4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4265986" y="267148"/>
            <a:ext cx="637150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Forget Head</a:t>
            </a:r>
          </a:p>
        </p:txBody>
      </p:sp>
      <p:sp>
        <p:nvSpPr>
          <p:cNvPr id="28" name="node:retain_head"/>
          <p:cNvSpPr/>
          <p:nvPr/>
        </p:nvSpPr>
        <p:spPr>
          <a:xfrm>
            <a:off x="4175986" y="720000"/>
            <a:ext cx="745150" cy="360000"/>
          </a:xfrm>
          <a:prstGeom prst="rect">
            <a:avLst/>
          </a:prstGeom>
          <a:solidFill>
            <a:srgbClr val="E8F0FE"/>
          </a:solidFill>
          <a:ln w="12600">
            <a:solidFill>
              <a:srgbClr val="4275C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4265986" y="843148"/>
            <a:ext cx="637150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Retain Head</a:t>
            </a:r>
          </a:p>
        </p:txBody>
      </p:sp>
      <p:sp>
        <p:nvSpPr>
          <p:cNvPr id="30" name="node:gated_output"/>
          <p:cNvSpPr/>
          <p:nvPr/>
        </p:nvSpPr>
        <p:spPr>
          <a:xfrm>
            <a:off x="5497136" y="432000"/>
            <a:ext cx="789997" cy="360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800">
            <a:solidFill>
              <a:srgbClr val="44444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5587136" y="555148"/>
            <a:ext cx="681997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Gated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video_unlearning</dc:title>
  <dc:subject/>
  <dc:creator>papercanvas</dc:creator>
  <cp:keywords/>
  <dc:description>generated using python-pptx</dc:description>
  <cp:lastModifiedBy>papercanvas</cp:lastModifiedBy>
  <cp:revision>1</cp:revision>
  <dcterms:created xsi:type="dcterms:W3CDTF">2000-01-01T00:00:00Z</dcterms:created>
  <dcterms:modified xsi:type="dcterms:W3CDTF">2000-01-01T00:00:00Z</dcterms:modified>
  <cp:category/>
</cp:coreProperties>
</file>