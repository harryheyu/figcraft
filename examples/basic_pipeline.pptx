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5119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295119" cy="64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edge:e_input_encoder#seg0"/>
          <p:cNvCxnSpPr/>
          <p:nvPr/>
        </p:nvCxnSpPr>
        <p:spPr>
          <a:xfrm>
            <a:off x="864000" y="324000"/>
            <a:ext cx="360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dge:e_encoder_output#seg0"/>
          <p:cNvCxnSpPr/>
          <p:nvPr/>
        </p:nvCxnSpPr>
        <p:spPr>
          <a:xfrm>
            <a:off x="2071119" y="324000"/>
            <a:ext cx="360000" cy="0"/>
          </a:xfrm>
          <a:prstGeom prst="line">
            <a:avLst/>
          </a:prstGeom>
          <a:ln w="12600">
            <a:solidFill>
              <a:srgbClr val="444444"/>
            </a:solidFill>
            <a:prstDash val="soli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node:input"/>
          <p:cNvSpPr/>
          <p:nvPr/>
        </p:nvSpPr>
        <p:spPr>
          <a:xfrm>
            <a:off x="144000" y="144000"/>
            <a:ext cx="720000" cy="360000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2600">
            <a:solidFill>
              <a:srgbClr val="4275C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246839" y="267148"/>
            <a:ext cx="586322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Input Video</a:t>
            </a:r>
          </a:p>
        </p:txBody>
      </p:sp>
      <p:sp>
        <p:nvSpPr>
          <p:cNvPr id="7" name="node:encoder"/>
          <p:cNvSpPr/>
          <p:nvPr/>
        </p:nvSpPr>
        <p:spPr>
          <a:xfrm>
            <a:off x="1224000" y="144000"/>
            <a:ext cx="847119" cy="360000"/>
          </a:xfrm>
          <a:prstGeom prst="roundRect">
            <a:avLst>
              <a:gd name="adj" fmla="val 25000"/>
            </a:avLst>
          </a:prstGeom>
          <a:solidFill>
            <a:srgbClr val="E5F4EC"/>
          </a:solidFill>
          <a:ln w="12600">
            <a:solidFill>
              <a:srgbClr val="418968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1314000" y="267148"/>
            <a:ext cx="739119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Video Encoder</a:t>
            </a:r>
          </a:p>
        </p:txBody>
      </p:sp>
      <p:sp>
        <p:nvSpPr>
          <p:cNvPr id="9" name="node:output"/>
          <p:cNvSpPr/>
          <p:nvPr/>
        </p:nvSpPr>
        <p:spPr>
          <a:xfrm>
            <a:off x="2431119" y="144000"/>
            <a:ext cx="720000" cy="360000"/>
          </a:xfrm>
          <a:prstGeom prst="roundRect">
            <a:avLst>
              <a:gd name="adj" fmla="val 25000"/>
            </a:avLst>
          </a:prstGeom>
          <a:solidFill>
            <a:srgbClr val="FCE8D8"/>
          </a:solidFill>
          <a:ln w="12600">
            <a:solidFill>
              <a:srgbClr val="C17C4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2564999" y="267148"/>
            <a:ext cx="524239" cy="136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rial"/>
              </a:rPr>
              <a:t>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basic_pipeline</dc:title>
  <dc:subject/>
  <dc:creator>papercanvas</dc:creator>
  <cp:keywords/>
  <dc:description>generated using python-pptx</dc:description>
  <cp:lastModifiedBy>papercanvas</cp:lastModifiedBy>
  <cp:revision>1</cp:revision>
  <dcterms:created xsi:type="dcterms:W3CDTF">2000-01-01T00:00:00Z</dcterms:created>
  <dcterms:modified xsi:type="dcterms:W3CDTF">2000-01-01T00:00:00Z</dcterms:modified>
  <cp:category/>
</cp:coreProperties>
</file>